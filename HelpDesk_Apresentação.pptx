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318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31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8CC9"/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HELPDESK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194560" y="1920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Demonstração </a:t>
            </a:r>
            <a:r>
              <a:rPr lang="en-US" sz="18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194560" y="2487168"/>
            <a:ext cx="6217920" cy="27432"/>
          </a:xfrm>
          <a:prstGeom prst="rect">
            <a:avLst/>
          </a:prstGeom>
          <a:solidFill>
            <a:srgbClr val="7B8CC9"/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94560" y="2651760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9456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651760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651760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194560" y="3127248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456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9768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6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AJAX: /ajax/abertura/listar.php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8503920" cy="39228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38344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Novo Chamado</a:t>
            </a:r>
            <a:endParaRPr lang="en-US" sz="850" dirty="0"/>
          </a:p>
        </p:txBody>
      </p:sp>
      <p:graphicFrame>
        <p:nvGraphicFramePr>
          <p:cNvPr id="75" name="Tabela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485608"/>
              </p:ext>
            </p:extLst>
          </p:nvPr>
        </p:nvGraphicFramePr>
        <p:xfrm>
          <a:off x="498660" y="2072067"/>
          <a:ext cx="5943600" cy="167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77434011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87602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Dor Operacional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Impacto no Negócio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val="2267417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Falta de organização centralizada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Chamados perdidos, duplicados ou ignorados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val="2010489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Dificuldade de acompanhamento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Cliente não sabe o status; equipe não tem histórico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val="3707999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Erros de alocação de equipe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Técnico errado atende setor errado, gerando retrabalho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val="2513320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Ausência de histórico documentado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Impossível auditar, medir SLA ou identificar gargalos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val="356925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Comunicação fragmentada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Decisões tomadas por memória, não por dados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val="2124946403"/>
                  </a:ext>
                </a:extLst>
              </a:tr>
            </a:tbl>
          </a:graphicData>
        </a:graphic>
      </p:graphicFrame>
      <p:sp>
        <p:nvSpPr>
          <p:cNvPr id="76" name="Rectangle 1"/>
          <p:cNvSpPr>
            <a:spLocks noChangeArrowheads="1"/>
          </p:cNvSpPr>
          <p:nvPr/>
        </p:nvSpPr>
        <p:spPr bwMode="auto">
          <a:xfrm>
            <a:off x="498660" y="1343887"/>
            <a:ext cx="787842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dirty="0" smtClean="0">
                <a:ln>
                  <a:noFill/>
                </a:ln>
                <a:solidFill>
                  <a:srgbClr val="1E203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Empresas que gerenciam pedidos e atendimentos de forma manual — via planilhas, grupos de WhatsApp, e-mails soltos ou anotações em papel — sofrem com uma série de problemas operacionais críticos que impactam diretamente a qualidade do serviço prestado e a satisfação dos clientes.</a:t>
            </a:r>
            <a:endParaRPr kumimoji="0" lang="pt-BR" altLang="pt-BR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7" name="CaixaDeTexto 76"/>
          <p:cNvSpPr txBox="1"/>
          <p:nvPr/>
        </p:nvSpPr>
        <p:spPr>
          <a:xfrm>
            <a:off x="498660" y="3971045"/>
            <a:ext cx="78095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100" dirty="0">
                <a:solidFill>
                  <a:srgbClr val="1E203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soma desses fatores resulta em aumento do tempo médio de resolução (TMR), queda no índice de satisfação (CSAT) e impossibilidade de escalar a operação de suporte sem contratar mais pessoas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15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1  |  Login / Acesso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/helpdesk/  &amp;  /acesso.php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120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194560" cy="397764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2194560" cy="3977640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HelpDesk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Digital de Chamados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65176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sistema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51760" y="1389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restrito a operadores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65176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51760" y="2011680"/>
            <a:ext cx="254203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7480" y="20299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seu@email.com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51760" y="2395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651760" y="2624328"/>
            <a:ext cx="254203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7480" y="264261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51760" y="299923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52928" y="2980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 meu acesso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651760" y="3291840"/>
            <a:ext cx="2542032" cy="384048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51760" y="32918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651760" y="379476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 minha senha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23560" y="868680"/>
            <a:ext cx="3291840" cy="187452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23560" y="868680"/>
            <a:ext cx="3291840" cy="34747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33288" y="86868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15000" y="1252728"/>
            <a:ext cx="31089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</a:t>
            </a: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senha c/ toggle 👁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 (hidden input</a:t>
            </a: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900" dirty="0"/>
          </a:p>
          <a:p>
            <a:pPr marL="342900" indent="-342900">
              <a:buSzPct val="100000"/>
              <a:buChar char="•"/>
            </a:pPr>
            <a:endParaRPr lang="en-US" sz="900" dirty="0">
              <a:solidFill>
                <a:srgbClr val="1E2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623560" y="2880360"/>
            <a:ext cx="3291840" cy="187452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23560" y="2880360"/>
            <a:ext cx="3291840" cy="34747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33288" y="288036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Portal Cliente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715000" y="3264408"/>
            <a:ext cx="31089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layout visual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Campo: CPF/CNPJ OU Telefone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 err="1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independente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 → /</a:t>
            </a:r>
            <a:r>
              <a:rPr lang="en-US" sz="900" dirty="0" err="1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painel_cliente</a:t>
            </a: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2  |  Dashboard — Painel de Controle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/helpdesk/painel/dashboard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371600" cy="406908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HelpDesk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1316736" cy="329184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025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38658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7706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154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53872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91640" y="822960"/>
            <a:ext cx="7132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822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Administrador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307592"/>
            <a:ext cx="1627632" cy="548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37944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 Abertos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37944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502152" y="1307592"/>
            <a:ext cx="1627632" cy="5486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57016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221224" y="1307592"/>
            <a:ext cx="1627632" cy="54864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Abertos Hoje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76088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940296" y="1307592"/>
            <a:ext cx="1627632" cy="5486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Atendimento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95160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783080" y="1965960"/>
            <a:ext cx="1627632" cy="54864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37944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Cliente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37944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502152" y="1965960"/>
            <a:ext cx="1627632" cy="54864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7016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Responsável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557016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221224" y="1965960"/>
            <a:ext cx="1627632" cy="548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6088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76088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940296" y="1965960"/>
            <a:ext cx="1627632" cy="5486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 no Mês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95160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719072" y="2679192"/>
            <a:ext cx="7104888" cy="274320"/>
          </a:xfrm>
          <a:prstGeom prst="rect">
            <a:avLst/>
          </a:prstGeom>
          <a:solidFill>
            <a:srgbClr val="EEF0FB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64792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76472" y="267919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39512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36792" y="2679192"/>
            <a:ext cx="1371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08392" y="2679192"/>
            <a:ext cx="116128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719072" y="2990088"/>
            <a:ext cx="71048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64792" y="3026664"/>
            <a:ext cx="2011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CH20260224-96E29B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776472" y="3026664"/>
            <a:ext cx="1463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8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39512" y="3044952"/>
            <a:ext cx="1005840" cy="201168"/>
          </a:xfrm>
          <a:prstGeom prst="rect">
            <a:avLst/>
          </a:prstGeom>
          <a:solidFill>
            <a:srgbClr val="DC3545">
              <a:alpha val="18000"/>
            </a:srgbClr>
          </a:solidFill>
          <a:ln w="12700">
            <a:solidFill>
              <a:srgbClr val="DC3545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39512" y="3044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36792" y="3044952"/>
            <a:ext cx="1280160" cy="201168"/>
          </a:xfrm>
          <a:prstGeom prst="rect">
            <a:avLst/>
          </a:prstGeom>
          <a:solidFill>
            <a:srgbClr val="6F42C1">
              <a:alpha val="18000"/>
            </a:srgbClr>
          </a:solidFill>
          <a:ln w="12700">
            <a:solidFill>
              <a:srgbClr val="6F42C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6792" y="3044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08392" y="3026664"/>
            <a:ext cx="116128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719072" y="3319272"/>
            <a:ext cx="7104888" cy="310896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64792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CH20260224-BEF7DD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76472" y="3355848"/>
            <a:ext cx="1463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239512" y="3374136"/>
            <a:ext cx="1005840" cy="201168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39512" y="3374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36792" y="3374136"/>
            <a:ext cx="1280160" cy="201168"/>
          </a:xfrm>
          <a:prstGeom prst="rect">
            <a:avLst/>
          </a:prstGeom>
          <a:solidFill>
            <a:srgbClr val="20C997">
              <a:alpha val="18000"/>
            </a:srgbClr>
          </a:solidFill>
          <a:ln w="12700">
            <a:solidFill>
              <a:srgbClr val="20C997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6792" y="33741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0C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atendimento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708392" y="3355848"/>
            <a:ext cx="116128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719072" y="3648456"/>
            <a:ext cx="71048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64792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CH20260223-FE8D61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776472" y="3685032"/>
            <a:ext cx="1463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239512" y="3703320"/>
            <a:ext cx="1005840" cy="201168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39512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336792" y="3703320"/>
            <a:ext cx="1280160" cy="201168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36792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708392" y="3685032"/>
            <a:ext cx="116128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3  |  Abertura / Listagem de Chamados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AJAX: /ajax/abertura/listar.php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Abertura de Chamados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38344" y="914400"/>
            <a:ext cx="1170432" cy="25603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38344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Novo Chamado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0216" y="914400"/>
            <a:ext cx="11704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0216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Limpar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62088" y="914400"/>
            <a:ext cx="11704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Relatório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335024"/>
            <a:ext cx="8503920" cy="38404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3350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05840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31136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56432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07024" y="1417320"/>
            <a:ext cx="23774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Protocolo, assunto, cliente...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792224"/>
            <a:ext cx="8503920" cy="29260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1792224"/>
            <a:ext cx="1325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09928" y="1792224"/>
            <a:ext cx="1188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98648" y="1792224"/>
            <a:ext cx="1051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50208" y="1792224"/>
            <a:ext cx="5486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98848" y="1792224"/>
            <a:ext cx="8229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1808" y="1792224"/>
            <a:ext cx="107899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1792224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em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1792224"/>
            <a:ext cx="148132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210312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139696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CH20260224-96E29B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709928" y="2139696"/>
            <a:ext cx="1188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7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750" dirty="0"/>
          </a:p>
          <a:p>
            <a:pPr marL="0" indent="0">
              <a:buNone/>
            </a:pPr>
            <a:r>
              <a:rPr lang="en-US" sz="7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(47) </a:t>
            </a: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97527-5084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898648" y="2139696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TESSSTT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68496" y="2194560"/>
            <a:ext cx="512064" cy="237744"/>
          </a:xfrm>
          <a:prstGeom prst="rect">
            <a:avLst/>
          </a:prstGeom>
          <a:solidFill>
            <a:srgbClr val="DC3545">
              <a:alpha val="18000"/>
            </a:srgbClr>
          </a:solidFill>
          <a:ln w="12700">
            <a:solidFill>
              <a:srgbClr val="DC3545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68496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17136" y="2194560"/>
            <a:ext cx="786384" cy="237744"/>
          </a:xfrm>
          <a:prstGeom prst="rect">
            <a:avLst/>
          </a:prstGeom>
          <a:solidFill>
            <a:srgbClr val="6F42C1">
              <a:alpha val="18000"/>
            </a:srgbClr>
          </a:solidFill>
          <a:ln w="12700">
            <a:solidFill>
              <a:srgbClr val="6F42C1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17136" y="21945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21808" y="2139696"/>
            <a:ext cx="10789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2560320"/>
            <a:ext cx="8503920" cy="420624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2596896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CH20260224-BEF7DD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709928" y="2596896"/>
            <a:ext cx="1188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898648" y="2596896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tttttttttttt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968496" y="2651760"/>
            <a:ext cx="512064" cy="237744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68496" y="26517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17136" y="2651760"/>
            <a:ext cx="786384" cy="237744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17136" y="2651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21808" y="2596896"/>
            <a:ext cx="10789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01752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054096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CH20260223-FE8D61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709928" y="3054096"/>
            <a:ext cx="1188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98648" y="3054096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acesso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968496" y="3108960"/>
            <a:ext cx="512064" cy="237744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8496" y="3108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517136" y="3108960"/>
            <a:ext cx="786384" cy="237744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17136" y="31089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321808" y="3054096"/>
            <a:ext cx="10789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69280" y="822960"/>
            <a:ext cx="3154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669280" y="822960"/>
            <a:ext cx="3154680" cy="34747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0" y="8229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— Novo Chamado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42432" y="1207008"/>
            <a:ext cx="3017520" cy="2633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CPF/CNPJ → busca AJAX automática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Auto-fill: Nome, E-mail, Telefone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(varchar 120)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(textarea)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(select)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(filtrado por permissão)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(filtrado por setor)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gerado automaticamente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4  |  Detalhe / Timeline do Chamado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/chamado/{PROTOCOLO}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886968"/>
            <a:ext cx="2011680" cy="219456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86968"/>
            <a:ext cx="197510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CH20260224-96E29B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487168" y="8412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TESSSTT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905256"/>
            <a:ext cx="1463040" cy="201168"/>
          </a:xfrm>
          <a:prstGeom prst="rect">
            <a:avLst/>
          </a:prstGeom>
          <a:solidFill>
            <a:srgbClr val="DC3545">
              <a:alpha val="18000"/>
            </a:srgbClr>
          </a:solidFill>
          <a:ln w="12700">
            <a:solidFill>
              <a:srgbClr val="DC3545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905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234440"/>
            <a:ext cx="557784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Histórico do Chamado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1645920"/>
            <a:ext cx="310896" cy="310896"/>
          </a:xfrm>
          <a:prstGeom prst="ellipse">
            <a:avLst/>
          </a:prstGeom>
          <a:solidFill>
            <a:srgbClr val="6F42C1">
              <a:alpha val="20000"/>
            </a:srgbClr>
          </a:solidFill>
          <a:ln w="12700">
            <a:solidFill>
              <a:srgbClr val="6F42C1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1975104"/>
            <a:ext cx="0" cy="475488"/>
          </a:xfrm>
          <a:prstGeom prst="line">
            <a:avLst/>
          </a:prstGeom>
          <a:noFill/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645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Administrador  ·  24/02/26 14:04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1865376"/>
            <a:ext cx="4937760" cy="4572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1892808"/>
            <a:ext cx="482803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 aberto com status: Em análise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2450592"/>
            <a:ext cx="310896" cy="310896"/>
          </a:xfrm>
          <a:prstGeom prst="ellipse">
            <a:avLst/>
          </a:prstGeom>
          <a:solidFill>
            <a:srgbClr val="198754">
              <a:alpha val="20000"/>
            </a:srgbClr>
          </a:solidFill>
          <a:ln w="12700">
            <a:solidFill>
              <a:srgbClr val="19875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779776"/>
            <a:ext cx="0" cy="475488"/>
          </a:xfrm>
          <a:prstGeom prst="line">
            <a:avLst/>
          </a:prstGeom>
          <a:noFill/>
          <a:ln w="12700">
            <a:solidFill>
              <a:srgbClr val="E2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50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  ·  24/02/26 14:15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2960" y="2670048"/>
            <a:ext cx="4937760" cy="4572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2697480"/>
            <a:ext cx="482803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Verificando o problema. Aguarde nosso retorno.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3255264"/>
            <a:ext cx="310896" cy="310896"/>
          </a:xfrm>
          <a:prstGeom prst="ellipse">
            <a:avLst/>
          </a:prstGeom>
          <a:solidFill>
            <a:srgbClr val="0D6EFD">
              <a:alpha val="20000"/>
            </a:srgbClr>
          </a:solidFill>
          <a:ln w="12700">
            <a:solidFill>
              <a:srgbClr val="0D6EFD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2552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8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 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24/02/26 14:50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22960" y="3474720"/>
            <a:ext cx="4937760" cy="45720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502152"/>
            <a:ext cx="482803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Ok, obrigado. Fico aguardando!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52852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51376"/>
            <a:ext cx="32004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resposta...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25696" y="4224528"/>
            <a:ext cx="822960" cy="25603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4224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Anexar (máx. 12MB: PDF, DOC, XLS, PNG, ZIP...)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89320" y="1234440"/>
            <a:ext cx="2834640" cy="3584448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298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16459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08192" y="1837944"/>
            <a:ext cx="1280160" cy="219456"/>
          </a:xfrm>
          <a:prstGeom prst="rect">
            <a:avLst/>
          </a:prstGeom>
          <a:solidFill>
            <a:srgbClr val="6F42C1">
              <a:alpha val="18000"/>
            </a:srgbClr>
          </a:solidFill>
          <a:ln w="12700">
            <a:solidFill>
              <a:srgbClr val="6F42C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18379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08192" y="215798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08192" y="234086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900" b="1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08192" y="26700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08192" y="285292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08192" y="31821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08192" y="33649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08192" y="369417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EM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108192" y="387705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24/02/26 · 14:04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08192" y="42519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rápidas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08192" y="4507992"/>
            <a:ext cx="2615184" cy="256032"/>
          </a:xfrm>
          <a:prstGeom prst="rect">
            <a:avLst/>
          </a:prstGeom>
          <a:solidFill>
            <a:srgbClr val="EEF0FB"/>
          </a:solidFill>
          <a:ln w="12700">
            <a:solidFill>
              <a:srgbClr val="4F5DA3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45079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Alterar Status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08192" y="4800600"/>
            <a:ext cx="2615184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480060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Alterar Prioridade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8192" y="5093208"/>
            <a:ext cx="2615184" cy="256032"/>
          </a:xfrm>
          <a:prstGeom prst="rect">
            <a:avLst/>
          </a:prstGeom>
          <a:solidFill>
            <a:srgbClr val="E9F5EE"/>
          </a:solidFill>
          <a:ln w="12700">
            <a:solidFill>
              <a:srgbClr val="198754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509320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Encerrar Chamado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5  |  Portal do Cliente (Acesso Externo)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/painel_cliente/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554480" cy="397764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HelpDesk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1499616" cy="329184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813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Meus Chamados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446227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Sair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38528" y="822960"/>
            <a:ext cx="688543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914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Meus Chamados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34656" y="950976"/>
            <a:ext cx="1170432" cy="25603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950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Abrir Chamado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93392" y="1316736"/>
            <a:ext cx="6766560" cy="27432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131673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1296" y="1316736"/>
            <a:ext cx="135331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4608" y="1316736"/>
            <a:ext cx="768096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32704" y="1316736"/>
            <a:ext cx="1005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38544" y="1316736"/>
            <a:ext cx="135331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91856" y="1316736"/>
            <a:ext cx="658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93392" y="1627632"/>
            <a:ext cx="6766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8256" y="1664208"/>
            <a:ext cx="1463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CH20260225-AB1234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11296" y="1664208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no acesso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82896" y="1719072"/>
            <a:ext cx="731520" cy="219456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719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50992" y="1719072"/>
            <a:ext cx="969264" cy="219456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171907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38544" y="1664208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25/02/26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28432" y="1719072"/>
            <a:ext cx="585216" cy="219456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171907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Ver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93392" y="2048256"/>
            <a:ext cx="6766560" cy="384048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8256" y="2084832"/>
            <a:ext cx="1463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CH20260225-CD5678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11296" y="2084832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fatura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82896" y="2139696"/>
            <a:ext cx="731520" cy="219456"/>
          </a:xfrm>
          <a:prstGeom prst="rect">
            <a:avLst/>
          </a:prstGeom>
          <a:solidFill>
            <a:srgbClr val="6C757D">
              <a:alpha val="18000"/>
            </a:srgbClr>
          </a:solidFill>
          <a:ln w="12700">
            <a:solidFill>
              <a:srgbClr val="6C757D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650992" y="2139696"/>
            <a:ext cx="969264" cy="219456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213969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38544" y="2084832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25/02/26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28432" y="2139696"/>
            <a:ext cx="585216" cy="219456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2139696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Ver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993392" y="2505456"/>
            <a:ext cx="676656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93392" y="2505456"/>
            <a:ext cx="54864" cy="347472"/>
          </a:xfrm>
          <a:prstGeom prst="rect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2523744"/>
            <a:ext cx="65836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Cliente vê apenas SEUS chamados (filtro por cliente_id da sessão). 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93392" y="2926080"/>
            <a:ext cx="6766560" cy="65836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93392" y="2926080"/>
            <a:ext cx="2286000" cy="658368"/>
          </a:xfrm>
          <a:prstGeom prst="rect">
            <a:avLst/>
          </a:prstGeom>
          <a:solidFill>
            <a:srgbClr val="4F5DA3">
              <a:alpha val="80000"/>
            </a:srgbClr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66544" y="2962656"/>
            <a:ext cx="2139696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vs. Painel Operador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389120" y="2962656"/>
            <a:ext cx="427939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somente 'Abertura de Chamados'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PHP separada (cliente_id)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SQL automático por cliente_id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 a Logs, Usuários, Backup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internas (visivel_cliente='Nao') ocultas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993392" y="3657600"/>
            <a:ext cx="6766560" cy="65836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93392" y="3657600"/>
            <a:ext cx="2286000" cy="658368"/>
          </a:xfrm>
          <a:prstGeom prst="rect">
            <a:avLst/>
          </a:prstGeom>
          <a:solidFill>
            <a:srgbClr val="4F5DA3">
              <a:alpha val="80000"/>
            </a:srgbClr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66544" y="3694176"/>
            <a:ext cx="2139696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Abertura (Portal)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389120" y="3694176"/>
            <a:ext cx="427939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já vem da sessão (sem redigitar)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Assunto, Descrição, Prioridade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gerado automaticamente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Detalhe: rota pública /chamado/{PROTO}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identidade visual do painel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6  |  Gestão de Clientes, Usuários e Cadastros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608" y="84124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41248"/>
            <a:ext cx="2834640" cy="420624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6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77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115568"/>
            <a:ext cx="2322576" cy="128016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1155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/painel/clientes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129844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(criar, editar, excluir)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nome / e-mail / CPF / CNPJ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em lote via XLSX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XLSX com colunas mapeadas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 | Histórico de chamados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84124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841248"/>
            <a:ext cx="2834640" cy="42062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8961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877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Usuários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85032" y="1115568"/>
            <a:ext cx="2322576" cy="128016"/>
          </a:xfrm>
          <a:prstGeom prst="rect">
            <a:avLst/>
          </a:prstGeom>
          <a:solidFill>
            <a:srgbClr val="6F42C1">
              <a:alpha val="50000"/>
            </a:srgbClr>
          </a:solidFill>
          <a:ln w="12700">
            <a:solidFill>
              <a:srgbClr val="6F42C1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85032" y="11155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/painel/usuarios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337560" y="129844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Níveis: Admin / Atendente / Comum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 + assinatura digital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por módulo (usuarios_permissoes)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por setores (usuarios_setores)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bcrypt ($2y$10$...)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99632" y="84124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841248"/>
            <a:ext cx="2834640" cy="42062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89611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38544" y="877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Status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638544" y="1115568"/>
            <a:ext cx="2322576" cy="128016"/>
          </a:xfrm>
          <a:prstGeom prst="rect">
            <a:avLst/>
          </a:prstGeom>
          <a:solidFill>
            <a:srgbClr val="20C997">
              <a:alpha val="50000"/>
            </a:srgbClr>
          </a:solidFill>
          <a:ln w="12700">
            <a:solidFill>
              <a:srgbClr val="20C997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38544" y="11155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/painel/status_abertura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6291072" y="129844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nome, cor hex, ordem, flags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'padrão': status inicial do chamado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'fechado': encerra o ciclo de vida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status padrão configurados no banco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292608" y="285292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92608" y="2852928"/>
            <a:ext cx="2834640" cy="420624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90779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31520" y="3127248"/>
            <a:ext cx="2322576" cy="128016"/>
          </a:xfrm>
          <a:prstGeom prst="rect">
            <a:avLst/>
          </a:prstGeom>
          <a:solidFill>
            <a:srgbClr val="FD7E14">
              <a:alpha val="50000"/>
            </a:srgbClr>
          </a:solidFill>
          <a:ln w="12700">
            <a:solidFill>
              <a:srgbClr val="FD7E14">
                <a:alpha val="5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520" y="312724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/painel/logs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384048" y="331012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Ações: login, logout, inserir, editar, excluir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período / usuário / ação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Registra: IP, User-Agent, URL, timestamp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PDF (relatório server-side)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3246120" y="285292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46120" y="2852928"/>
            <a:ext cx="2834640" cy="42062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2907792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685032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Setores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685032" y="3127248"/>
            <a:ext cx="2322576" cy="128016"/>
          </a:xfrm>
          <a:prstGeom prst="rect">
            <a:avLst/>
          </a:prstGeom>
          <a:solidFill>
            <a:srgbClr val="198754">
              <a:alpha val="50000"/>
            </a:srgbClr>
          </a:solidFill>
          <a:ln w="12700">
            <a:solidFill>
              <a:srgbClr val="198754">
                <a:alpha val="5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685032" y="312724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/painel/setores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3337560" y="331012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setores pré-cadastrados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Técnico, Financeiro, TI...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técnico ↔ </a:t>
            </a:r>
            <a:r>
              <a:rPr lang="en-US" sz="850" dirty="0" err="1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 smtClean="0">
              <a:solidFill>
                <a:srgbClr val="1E2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8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</a:t>
            </a: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adicionar novos setores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6199632" y="285292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99632" y="2852928"/>
            <a:ext cx="2834640" cy="420624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907792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38544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Backup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638544" y="3127248"/>
            <a:ext cx="2322576" cy="128016"/>
          </a:xfrm>
          <a:prstGeom prst="rect">
            <a:avLst/>
          </a:prstGeom>
          <a:solidFill>
            <a:srgbClr val="DC3545">
              <a:alpha val="50000"/>
            </a:srgbClr>
          </a:solidFill>
          <a:ln w="12700">
            <a:solidFill>
              <a:srgbClr val="DC3545">
                <a:alpha val="50000"/>
              </a:srgbClr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638544" y="312724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/painel/backup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6291072" y="331012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.sql via PHP/PDO (sem mysqldump)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CREATE TABLE + INSERT INTO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backup_{banco}_{data}.sql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backups com data/hora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CORES  &amp;  FLUXO DO CHAMADO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dos Chamados (tabela chamados_status)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135331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#0D6EFD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10512" y="1152144"/>
            <a:ext cx="1353312" cy="45720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#6F42C1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10512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55264" y="1152144"/>
            <a:ext cx="1353312" cy="45720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#20C997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55264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atendimento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0016" y="1152144"/>
            <a:ext cx="1353312" cy="45720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#FD7E14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0016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cliente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44768" y="1152144"/>
            <a:ext cx="1353312" cy="4572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#198754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44768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89520" y="1152144"/>
            <a:ext cx="1353312" cy="45720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#6C757D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89520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1719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1993392"/>
            <a:ext cx="2066544" cy="42062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#6C757D  ·  Baixa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23744" y="1993392"/>
            <a:ext cx="2066544" cy="42062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3744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#0D6EFD  ·  Média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81728" y="1993392"/>
            <a:ext cx="2066544" cy="420624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#FD7E14  ·  Alta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39712" y="1993392"/>
            <a:ext cx="2066544" cy="420624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#DC3545  ·  Urgente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0416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do Protocolo Único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" y="4343400"/>
            <a:ext cx="512064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34340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" y="45811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fixo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335024" y="4343400"/>
            <a:ext cx="585216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35024" y="43434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335024" y="458114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011680" y="4343400"/>
            <a:ext cx="438912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0" y="434340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011680" y="45811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42032" y="4343400"/>
            <a:ext cx="438912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42032" y="434340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542032" y="45811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72384" y="4343400"/>
            <a:ext cx="23774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72384" y="4343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01568" y="4343400"/>
            <a:ext cx="950976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01568" y="434340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96E29B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01568" y="4581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aleatório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626864" y="4407408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Gerado via: 'CH' + date('Ymd') + '-' + strtoupper(substr(md5(uniqid()),0,6))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1002</Words>
  <Application>Microsoft Office PowerPoint</Application>
  <PresentationFormat>Apresentação na tela (16:9)</PresentationFormat>
  <Paragraphs>291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HelpDesk — Guia de Demonstração Visual (Figma)</dc:title>
  <dc:subject>PptxGenJS Presentation</dc:subject>
  <dc:creator>Sistema HelpDesk</dc:creator>
  <cp:lastModifiedBy>ANA PAULA DOS REIS</cp:lastModifiedBy>
  <cp:revision>4</cp:revision>
  <dcterms:created xsi:type="dcterms:W3CDTF">2026-05-25T12:45:14Z</dcterms:created>
  <dcterms:modified xsi:type="dcterms:W3CDTF">2026-05-25T20:20:27Z</dcterms:modified>
</cp:coreProperties>
</file>